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566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075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340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302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275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68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759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583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956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zh-CN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04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2013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9053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altLang="zh-CN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4738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altLang="zh-CN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81434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zh-CN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altLang="zh-CN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282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372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797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29B27-1939-4357-B29F-528023A69176}" type="datetimeFigureOut">
              <a:rPr lang="zh-CN" altLang="en-US" smtClean="0"/>
              <a:t>2017/11/29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D07D272-6D41-4A31-B08F-22A5EACC3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0388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en-US" altLang="zh-CN" dirty="0" smtClean="0"/>
              <a:t>Loss for image generation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783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Generating Images with Perceptual Similarity Metrics based on Deep Networks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NIPS 2016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851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Problems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Typically </a:t>
            </a:r>
            <a:r>
              <a:rPr lang="en-US" altLang="zh-CN" dirty="0" smtClean="0"/>
              <a:t>used squared </a:t>
            </a:r>
            <a:r>
              <a:rPr lang="en-US" altLang="zh-CN" dirty="0"/>
              <a:t>Euclidean distance between images often </a:t>
            </a:r>
            <a:r>
              <a:rPr lang="en-US" altLang="zh-CN" dirty="0" smtClean="0"/>
              <a:t>yields </a:t>
            </a:r>
            <a:r>
              <a:rPr lang="en-US" altLang="zh-CN" i="1" dirty="0" smtClean="0">
                <a:solidFill>
                  <a:srgbClr val="FF0000"/>
                </a:solidFill>
              </a:rPr>
              <a:t>blurry</a:t>
            </a:r>
            <a:r>
              <a:rPr lang="en-US" altLang="zh-CN" dirty="0" smtClean="0"/>
              <a:t> results. </a:t>
            </a:r>
            <a:r>
              <a:rPr lang="en-US" altLang="zh-CN" dirty="0"/>
              <a:t>This is especially the case </a:t>
            </a:r>
            <a:r>
              <a:rPr lang="en-US" altLang="zh-CN" dirty="0" smtClean="0"/>
              <a:t>when there </a:t>
            </a:r>
            <a:r>
              <a:rPr lang="en-US" altLang="zh-CN" dirty="0"/>
              <a:t>is </a:t>
            </a:r>
            <a:r>
              <a:rPr lang="en-US" altLang="zh-CN" b="1" dirty="0">
                <a:solidFill>
                  <a:schemeClr val="tx1"/>
                </a:solidFill>
              </a:rPr>
              <a:t>inherent uncertainty </a:t>
            </a:r>
            <a:r>
              <a:rPr lang="en-US" altLang="zh-CN" dirty="0"/>
              <a:t>in the prediction.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/>
              <a:t>F</a:t>
            </a:r>
            <a:r>
              <a:rPr lang="en-US" altLang="zh-CN" dirty="0" smtClean="0"/>
              <a:t>eature representations </a:t>
            </a:r>
            <a:r>
              <a:rPr lang="en-US" altLang="zh-CN" dirty="0"/>
              <a:t>are typically contractive, many images, </a:t>
            </a:r>
            <a:r>
              <a:rPr lang="en-US" altLang="zh-CN" dirty="0" smtClean="0"/>
              <a:t>including non-natural </a:t>
            </a:r>
            <a:r>
              <a:rPr lang="en-US" altLang="zh-CN" dirty="0"/>
              <a:t>ones, get mapped to the same </a:t>
            </a:r>
            <a:r>
              <a:rPr lang="en-US" altLang="zh-CN" dirty="0" smtClean="0"/>
              <a:t>feature vector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910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Insight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Invariance to </a:t>
            </a:r>
            <a:r>
              <a:rPr lang="en-US" altLang="zh-CN" dirty="0"/>
              <a:t>irrelevant transformations and sensitivity to </a:t>
            </a:r>
            <a:r>
              <a:rPr lang="en-US" altLang="zh-CN" dirty="0" smtClean="0"/>
              <a:t>local image </a:t>
            </a:r>
            <a:r>
              <a:rPr lang="en-US" altLang="zh-CN" dirty="0"/>
              <a:t>statistics can be achieved by </a:t>
            </a:r>
            <a:r>
              <a:rPr lang="en-US" altLang="zh-CN" b="1" dirty="0">
                <a:solidFill>
                  <a:srgbClr val="FF0000"/>
                </a:solidFill>
              </a:rPr>
              <a:t>measuring </a:t>
            </a:r>
            <a:r>
              <a:rPr lang="en-US" altLang="zh-CN" b="1" dirty="0" smtClean="0">
                <a:solidFill>
                  <a:srgbClr val="FF0000"/>
                </a:solidFill>
              </a:rPr>
              <a:t>distances in </a:t>
            </a:r>
            <a:r>
              <a:rPr lang="en-US" altLang="zh-CN" b="1" dirty="0">
                <a:solidFill>
                  <a:srgbClr val="FF0000"/>
                </a:solidFill>
              </a:rPr>
              <a:t>a suitable feature space</a:t>
            </a:r>
            <a:r>
              <a:rPr lang="en-US" altLang="zh-CN" dirty="0" smtClean="0"/>
              <a:t>.</a:t>
            </a:r>
          </a:p>
          <a:p>
            <a:endParaRPr lang="en-US" altLang="zh-CN" dirty="0"/>
          </a:p>
          <a:p>
            <a:r>
              <a:rPr lang="en-US" altLang="zh-CN" dirty="0"/>
              <a:t>Using a distance in feature space </a:t>
            </a:r>
            <a:r>
              <a:rPr lang="en-US" altLang="zh-CN" dirty="0" smtClean="0"/>
              <a:t>alone, however</a:t>
            </a:r>
            <a:r>
              <a:rPr lang="en-US" altLang="zh-CN" dirty="0"/>
              <a:t>, does </a:t>
            </a:r>
            <a:r>
              <a:rPr lang="en-US" altLang="zh-CN" dirty="0" smtClean="0"/>
              <a:t>not yet </a:t>
            </a:r>
            <a:r>
              <a:rPr lang="en-US" altLang="zh-CN" dirty="0"/>
              <a:t>yield a good loss </a:t>
            </a:r>
            <a:r>
              <a:rPr lang="en-US" altLang="zh-CN" dirty="0" smtClean="0"/>
              <a:t>function: 	</a:t>
            </a:r>
            <a:r>
              <a:rPr lang="en-US" altLang="zh-CN" dirty="0"/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adversarial training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0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74384"/>
          </a:xfrm>
        </p:spPr>
        <p:txBody>
          <a:bodyPr/>
          <a:lstStyle/>
          <a:p>
            <a:r>
              <a:rPr lang="en-US" altLang="zh-CN" dirty="0" smtClean="0"/>
              <a:t>Approach</a:t>
            </a:r>
            <a:endParaRPr lang="zh-CN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4245" y="1600886"/>
            <a:ext cx="5363603" cy="42821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5366" y="6085431"/>
            <a:ext cx="5888412" cy="55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00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2931</TotalTime>
  <Words>107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幼圆</vt:lpstr>
      <vt:lpstr>Arial</vt:lpstr>
      <vt:lpstr>Century Gothic</vt:lpstr>
      <vt:lpstr>Wingdings 3</vt:lpstr>
      <vt:lpstr>Wisp</vt:lpstr>
      <vt:lpstr>Loss for image generation</vt:lpstr>
      <vt:lpstr>Generating Images with Perceptual Similarity Metrics based on Deep Networks</vt:lpstr>
      <vt:lpstr>Problems</vt:lpstr>
      <vt:lpstr>Insight</vt:lpstr>
      <vt:lpstr>Approach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Loss for image generation</dc:title>
  <dc:creator>Youcheng Ben</dc:creator>
  <cp:lastModifiedBy>Youcheng Ben</cp:lastModifiedBy>
  <cp:revision>4</cp:revision>
  <dcterms:created xsi:type="dcterms:W3CDTF">2017-11-29T03:42:10Z</dcterms:created>
  <dcterms:modified xsi:type="dcterms:W3CDTF">2017-12-01T04:33:50Z</dcterms:modified>
</cp:coreProperties>
</file>